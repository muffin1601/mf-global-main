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 of CRM</a:t>
            </a:r>
          </a:p>
          <a:p>
            <a:r>
              <a:t>• Lead to Customer Lifecycle</a:t>
            </a:r>
          </a:p>
          <a:p>
            <a:r>
              <a:t>• Sales Team Productivity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Leads</a:t>
            </a:r>
          </a:p>
          <a:p>
            <a:r>
              <a:t>• Accounts</a:t>
            </a:r>
          </a:p>
          <a:p>
            <a:r>
              <a:t>• Contacts</a:t>
            </a:r>
          </a:p>
          <a:p>
            <a:r>
              <a:t>• Deals</a:t>
            </a:r>
          </a:p>
          <a:p>
            <a:r>
              <a:t>• Tasks</a:t>
            </a:r>
          </a:p>
          <a:p>
            <a:r>
              <a:t>• Activities</a:t>
            </a:r>
          </a:p>
          <a:p>
            <a:r>
              <a:t>• Reports</a:t>
            </a:r>
          </a:p>
          <a:p>
            <a:r>
              <a:t>•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 (Zoho-style)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 Automation</a:t>
            </a:r>
          </a:p>
          <a:p>
            <a:r>
              <a:t>• Email Integration</a:t>
            </a:r>
          </a:p>
          <a:p>
            <a:r>
              <a:t>• Sales Forecasting</a:t>
            </a:r>
          </a:p>
          <a:p>
            <a:r>
              <a:t>• Territory Management</a:t>
            </a:r>
          </a:p>
          <a:p>
            <a:r>
              <a:t>• Approvals</a:t>
            </a:r>
          </a:p>
          <a:p>
            <a:r>
              <a:t>• Mobile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</a:t>
            </a:r>
          </a:p>
          <a:p>
            <a:r>
              <a:t>• API Layer</a:t>
            </a:r>
          </a:p>
          <a:p>
            <a:r>
              <a:t>• Business Logic</a:t>
            </a:r>
          </a:p>
          <a:p>
            <a:r>
              <a:t>• Database</a:t>
            </a:r>
          </a:p>
          <a:p>
            <a:r>
              <a:t>• Reporting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• Leads</a:t>
            </a:r>
          </a:p>
          <a:p>
            <a:r>
              <a:t>• Accounts</a:t>
            </a:r>
          </a:p>
          <a:p>
            <a:r>
              <a:t>• Contacts</a:t>
            </a:r>
          </a:p>
          <a:p>
            <a:r>
              <a:t>• Deals</a:t>
            </a:r>
          </a:p>
          <a:p>
            <a:r>
              <a:t>• Activities</a:t>
            </a:r>
          </a:p>
          <a:p>
            <a:r>
              <a:t>• Products</a:t>
            </a:r>
          </a:p>
          <a:p>
            <a:r>
              <a:t>• Invoices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-&gt; Contact</a:t>
            </a:r>
          </a:p>
          <a:p>
            <a:r>
              <a:t>• Account -&gt; Contacts</a:t>
            </a:r>
          </a:p>
          <a:p>
            <a:r>
              <a:t>• Account -&gt; Deals</a:t>
            </a:r>
          </a:p>
          <a:p>
            <a:r>
              <a:t>• Deal -&gt; Activities</a:t>
            </a:r>
          </a:p>
          <a:p>
            <a:r>
              <a:t>• Deal -&gt;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Capture</a:t>
            </a:r>
          </a:p>
          <a:p>
            <a:r>
              <a:t>• Qualification</a:t>
            </a:r>
          </a:p>
          <a:p>
            <a:r>
              <a:t>• Quotation</a:t>
            </a:r>
          </a:p>
          <a:p>
            <a:r>
              <a:t>• Negotiation</a:t>
            </a:r>
          </a:p>
          <a:p>
            <a:r>
              <a:t>• Won/Lost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</a:t>
            </a:r>
          </a:p>
          <a:p>
            <a:r>
              <a:t>• Conversion Rate</a:t>
            </a:r>
          </a:p>
          <a:p>
            <a:r>
              <a:t>• Meetings</a:t>
            </a:r>
          </a:p>
          <a:p>
            <a:r>
              <a:t>• Pipeline Value</a:t>
            </a:r>
          </a:p>
          <a:p>
            <a:r>
              <a:t>• Collections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</a:t>
            </a:r>
          </a:p>
          <a:p>
            <a:r>
              <a:t>• Database Design</a:t>
            </a:r>
          </a:p>
          <a:p>
            <a:r>
              <a:t>• UI Design</a:t>
            </a:r>
          </a:p>
          <a:p>
            <a:r>
              <a:t>• Development</a:t>
            </a:r>
          </a:p>
          <a:p>
            <a:r>
              <a:t>• Testing</a:t>
            </a:r>
          </a:p>
          <a:p>
            <a:r>
              <a:t>•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Features Checklist</a:t>
            </a:r>
          </a:p>
          <a:p>
            <a:r>
              <a:t>• Architecture Guidance</a:t>
            </a:r>
          </a:p>
          <a:p>
            <a:r>
              <a:t>• Next Learning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